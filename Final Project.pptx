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ECA5C-EF1F-45F9-ADE2-5738CED98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A1E32-BF7D-46F1-A92F-F4C98DEA5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B1F77-D9E1-4C7C-9BFC-3FE008EEC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FBC1F-1CB8-4EF9-AF0C-75906E6E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F00B3-D2C2-40E4-8676-83551A1D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30F7-91D1-4DF4-AB55-97DFDA5D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AF081-2393-4E76-84C1-5A5AABFE7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E5A0F-6E24-4711-A4AB-13FA6D77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14ED-39EA-446B-B81E-2545412B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AB0D8-5FCE-46C9-8C07-1F8A4E12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4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2893-15F2-48BB-B0AF-E297FE2E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63A81-9170-42C2-996C-B5F49B8A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01C47-0CE6-419D-9AC0-66A79697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F6214-7EA6-40AF-9E7F-A5E61667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7D627-BFDC-4DF2-BAE3-9661E12E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31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C2AA-D343-4EF6-99CA-E99DC5D5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986C9-4166-4A08-B8A0-4C59A6660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B79FA-FC42-4331-B115-156A5CCBB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A10E5-4878-4CF9-A51A-5444665C0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2FB98-1280-4A3A-927A-B22D3CDB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3243E-E5CE-4DF0-AC2C-66A95AF6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2415-2688-4345-8206-18305494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B6AE9-F069-4572-85F4-1B856A542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76761-E892-4FFF-8712-6F45E905B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1C587-601B-449A-AB69-E80763A54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4D210-F700-45CD-863B-55CFAEB27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52477-3CD5-4EA4-9C25-BF28DDE0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9085E-21A1-4E34-889A-D9F10183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044F77-4B63-4649-9EEF-4206C801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5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40B2-1F8A-41E6-8CF4-97B423AD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D7E1D-3AB6-412F-B95C-7DC1B7B2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7292C-2025-40DD-B163-FAF38FA7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DB70E-8A32-4AF0-B409-5B930F75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2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C6C504-30DE-4351-BBAB-269D6678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027CF-812E-45F8-A5EF-5CFC92E7F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DF5AC-5D85-4F23-A98F-C6F04292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DB19-9BE4-40AC-9874-6D95D1C2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8D7AC-AB77-4785-B422-949236C72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7C00C-9926-4440-A057-F1BCB2D15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C82E3-4A91-45A3-8D91-8E49272C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0453-F01C-4DF5-8634-F19E4A5F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B45A2-40D7-49CB-A30D-0F773D92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832C-0CF7-4135-920D-39762D34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23872-5EAA-4197-B338-AD2E45B19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A1058-370A-4C73-9D6B-AE0099B78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32A74-9247-4ECC-8FF6-83F66B31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D19B8-4751-430C-9322-6625C1CA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A0D8E-5E04-4B1C-80A1-218E7FFE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6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56F1-314A-44F7-A658-86E2D58B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AA030-D37D-4403-91FD-FC9AC3B84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DCE06-C494-4548-8864-F92E1BD8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F9AAA-598B-46E5-9A47-078F6B4F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24E3B-12B6-45BC-85D7-2DC6803C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3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2F349-E3DE-4FCC-98BA-AB89B44EC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0139E-2662-4054-B2D6-02AC903E2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AF289-CF6D-4113-86B7-E2DECC2B8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E03AD-D6C0-41C8-B563-29177F30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1A01D-320C-4AFC-9093-EF709D0C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0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7FF5B-095D-452D-8A02-57A5DE12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10D9-32BE-4428-A63A-64724A78B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5D62E-28F1-4D63-BBAF-7E40BD59A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35C35-BB83-44E6-B14C-003E90B6400B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15702-CD1A-4160-8939-51C9F6EC8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2FA6D-47E1-4D0C-90FE-213352E0A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6EDE6-97AE-423A-BF87-0D6AD07A6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7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85BF-CC1C-4254-8A53-6AD16694D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16090-2AD9-4DA0-81FC-D65BF8722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7856"/>
            <a:ext cx="9144000" cy="1439944"/>
          </a:xfrm>
        </p:spPr>
        <p:txBody>
          <a:bodyPr/>
          <a:lstStyle/>
          <a:p>
            <a:r>
              <a:rPr lang="en-US" dirty="0"/>
              <a:t>Live demo in class during final time</a:t>
            </a:r>
          </a:p>
        </p:txBody>
      </p:sp>
    </p:spTree>
    <p:extLst>
      <p:ext uri="{BB962C8B-B14F-4D97-AF65-F5344CB8AC3E}">
        <p14:creationId xmlns:p14="http://schemas.microsoft.com/office/powerpoint/2010/main" val="363222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F14C-0B18-4135-B70A-7A2A0363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0FB15-717A-44F1-9E75-5CCDE7DFD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is presented during final exam and will replace the final</a:t>
            </a:r>
          </a:p>
          <a:p>
            <a:r>
              <a:rPr lang="en-US" dirty="0"/>
              <a:t>Worth 35% of your grade</a:t>
            </a:r>
          </a:p>
          <a:p>
            <a:r>
              <a:rPr lang="en-US" dirty="0"/>
              <a:t>Work in teams of 3 or 4 </a:t>
            </a:r>
          </a:p>
          <a:p>
            <a:pPr lvl="1"/>
            <a:r>
              <a:rPr lang="en-US" dirty="0"/>
              <a:t>Don’t have to be in the same lab section</a:t>
            </a:r>
          </a:p>
          <a:p>
            <a:r>
              <a:rPr lang="en-US" dirty="0"/>
              <a:t>Live group demo on Zoom</a:t>
            </a:r>
          </a:p>
          <a:p>
            <a:r>
              <a:rPr lang="en-US" dirty="0"/>
              <a:t>Submit code to </a:t>
            </a:r>
            <a:r>
              <a:rPr lang="en-US" dirty="0" err="1"/>
              <a:t>CATCourses</a:t>
            </a:r>
            <a:r>
              <a:rPr lang="en-US" dirty="0"/>
              <a:t> by 11:59pm on Dec 15</a:t>
            </a:r>
          </a:p>
        </p:txBody>
      </p:sp>
    </p:spTree>
    <p:extLst>
      <p:ext uri="{BB962C8B-B14F-4D97-AF65-F5344CB8AC3E}">
        <p14:creationId xmlns:p14="http://schemas.microsoft.com/office/powerpoint/2010/main" val="415291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92701-7BC7-4FED-B1F4-16C3A17C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F89F-F432-4AA7-83DC-3BE21B58C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substantial web application hosted live on the Web</a:t>
            </a:r>
          </a:p>
          <a:p>
            <a:r>
              <a:rPr lang="en-US" dirty="0"/>
              <a:t>More in-depth than Lab 8</a:t>
            </a:r>
          </a:p>
          <a:p>
            <a:r>
              <a:rPr lang="en-US" dirty="0"/>
              <a:t>Requires a database, server, and front end</a:t>
            </a:r>
          </a:p>
          <a:p>
            <a:r>
              <a:rPr lang="en-US" dirty="0"/>
              <a:t>Requires user sign up and login with hashed/salted passwords</a:t>
            </a:r>
          </a:p>
          <a:p>
            <a:r>
              <a:rPr lang="en-US" dirty="0"/>
              <a:t>Web apps should be hosted live online</a:t>
            </a:r>
          </a:p>
          <a:p>
            <a:r>
              <a:rPr lang="en-US" dirty="0"/>
              <a:t>Pick a project (or variation) or come up with your own idea</a:t>
            </a:r>
          </a:p>
          <a:p>
            <a:r>
              <a:rPr lang="en-US" dirty="0"/>
              <a:t>Impress me!</a:t>
            </a:r>
          </a:p>
        </p:txBody>
      </p:sp>
    </p:spTree>
    <p:extLst>
      <p:ext uri="{BB962C8B-B14F-4D97-AF65-F5344CB8AC3E}">
        <p14:creationId xmlns:p14="http://schemas.microsoft.com/office/powerpoint/2010/main" val="336201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6182-878D-4FE3-B1EE-B3926A714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“A” Grade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22A4-0145-4D45-A93C-FF274C4AD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social media web app </a:t>
            </a:r>
          </a:p>
          <a:p>
            <a:pPr lvl="1"/>
            <a:r>
              <a:rPr lang="en-US" dirty="0"/>
              <a:t>Allows users to post a status update</a:t>
            </a:r>
          </a:p>
          <a:p>
            <a:pPr lvl="1"/>
            <a:r>
              <a:rPr lang="en-US" dirty="0"/>
              <a:t>Allows users to follow other users </a:t>
            </a:r>
          </a:p>
          <a:p>
            <a:pPr lvl="1"/>
            <a:r>
              <a:rPr lang="en-US" dirty="0"/>
              <a:t>Generates a user feed from the status updates of other users</a:t>
            </a:r>
          </a:p>
          <a:p>
            <a:pPr lvl="1"/>
            <a:r>
              <a:rPr lang="en-US" dirty="0"/>
              <a:t>Allows users to like posts</a:t>
            </a:r>
          </a:p>
          <a:p>
            <a:pPr lvl="1"/>
            <a:r>
              <a:rPr lang="en-US" dirty="0"/>
              <a:t>Could share text or pics (Consider picking a theme)</a:t>
            </a:r>
          </a:p>
          <a:p>
            <a:r>
              <a:rPr lang="en-US" dirty="0"/>
              <a:t>Collaborative web app</a:t>
            </a:r>
          </a:p>
          <a:p>
            <a:pPr lvl="1"/>
            <a:r>
              <a:rPr lang="en-US" dirty="0"/>
              <a:t>Users can join a session</a:t>
            </a:r>
          </a:p>
          <a:p>
            <a:pPr lvl="1"/>
            <a:r>
              <a:rPr lang="en-US" dirty="0"/>
              <a:t>Users in same session receive live updates</a:t>
            </a:r>
          </a:p>
          <a:p>
            <a:pPr lvl="1"/>
            <a:r>
              <a:rPr lang="en-US" dirty="0"/>
              <a:t>Saves some info in profile</a:t>
            </a:r>
          </a:p>
          <a:p>
            <a:pPr lvl="1"/>
            <a:r>
              <a:rPr lang="en-US" dirty="0"/>
              <a:t>Ideas: Checkers, Tic Tac Toe, Battleship, Collaborative white board</a:t>
            </a:r>
          </a:p>
        </p:txBody>
      </p:sp>
    </p:spTree>
    <p:extLst>
      <p:ext uri="{BB962C8B-B14F-4D97-AF65-F5344CB8AC3E}">
        <p14:creationId xmlns:p14="http://schemas.microsoft.com/office/powerpoint/2010/main" val="176925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1203-F200-4D04-B11F-C6DFC2BC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“A” Grade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2A31-9587-43B8-9947-12637B2AF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interactive analytics map app</a:t>
            </a:r>
          </a:p>
          <a:p>
            <a:pPr lvl="1"/>
            <a:r>
              <a:rPr lang="en-US" dirty="0"/>
              <a:t>Plots data on a map</a:t>
            </a:r>
          </a:p>
          <a:p>
            <a:pPr lvl="1"/>
            <a:r>
              <a:rPr lang="en-US" dirty="0"/>
              <a:t>Ability to filter based on criteria</a:t>
            </a:r>
          </a:p>
          <a:p>
            <a:pPr lvl="1"/>
            <a:r>
              <a:rPr lang="en-US" dirty="0"/>
              <a:t>Saves preferences to profile</a:t>
            </a:r>
          </a:p>
          <a:p>
            <a:pPr lvl="1"/>
            <a:r>
              <a:rPr lang="en-US" dirty="0"/>
              <a:t>Ideas: Home prices map, crime map, Taco Bell map</a:t>
            </a:r>
          </a:p>
          <a:p>
            <a:r>
              <a:rPr lang="en-US" dirty="0"/>
              <a:t>A forum web app:</a:t>
            </a:r>
          </a:p>
          <a:p>
            <a:pPr lvl="1"/>
            <a:r>
              <a:rPr lang="en-US" dirty="0"/>
              <a:t>Users can post questions on topics</a:t>
            </a:r>
          </a:p>
          <a:p>
            <a:pPr lvl="1"/>
            <a:r>
              <a:rPr lang="en-US" dirty="0"/>
              <a:t>Users can filter questions on topics</a:t>
            </a:r>
          </a:p>
          <a:p>
            <a:pPr lvl="1"/>
            <a:r>
              <a:rPr lang="en-US" dirty="0"/>
              <a:t>Users can answer questions</a:t>
            </a:r>
          </a:p>
          <a:p>
            <a:pPr lvl="1"/>
            <a:r>
              <a:rPr lang="en-US" dirty="0"/>
              <a:t>Users can upvote and downvote answers</a:t>
            </a:r>
          </a:p>
          <a:p>
            <a:pPr lvl="1"/>
            <a:r>
              <a:rPr lang="en-US" dirty="0"/>
              <a:t>Pick a theme for your forum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25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270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Final Project</vt:lpstr>
      <vt:lpstr>Overview</vt:lpstr>
      <vt:lpstr>Requirements</vt:lpstr>
      <vt:lpstr>“A” Grade Ideas</vt:lpstr>
      <vt:lpstr>“A” Grade Ideas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</dc:title>
  <dc:creator>Ammon Hepworth</dc:creator>
  <cp:lastModifiedBy>Ammon Hepworth</cp:lastModifiedBy>
  <cp:revision>12</cp:revision>
  <dcterms:created xsi:type="dcterms:W3CDTF">2021-10-30T20:43:51Z</dcterms:created>
  <dcterms:modified xsi:type="dcterms:W3CDTF">2025-08-29T12:56:51Z</dcterms:modified>
</cp:coreProperties>
</file>